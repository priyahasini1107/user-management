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9" r:id="rId10"/>
    <p:sldId id="270" r:id="rId11"/>
    <p:sldId id="266" r:id="rId12"/>
    <p:sldId id="267" r:id="rId13"/>
    <p:sldId id="268" r:id="rId14"/>
    <p:sldId id="26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9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4AAE0A5-CEB0-4F50-990D-67433CB4B548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4AAE0A5-CEB0-4F50-990D-67433CB4B548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4AAE0A5-CEB0-4F50-990D-67433CB4B548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AE0A5-CEB0-4F50-990D-67433CB4B548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AE0A5-CEB0-4F50-990D-67433CB4B548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4AAE0A5-CEB0-4F50-990D-67433CB4B548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AE0A5-CEB0-4F50-990D-67433CB4B548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4AAE0A5-CEB0-4F50-990D-67433CB4B548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4AAE0A5-CEB0-4F50-990D-67433CB4B548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AE0A5-CEB0-4F50-990D-67433CB4B548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AE0A5-CEB0-4F50-990D-67433CB4B548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4AAE0A5-CEB0-4F50-990D-67433CB4B548}" type="datetimeFigureOut">
              <a:rPr lang="en-US" smtClean="0"/>
              <a:t>01-May-25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2B28B29-7A2E-40EB-853D-8D3BD361448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2200" y="1981200"/>
            <a:ext cx="6172200" cy="1894362"/>
          </a:xfrm>
        </p:spPr>
        <p:txBody>
          <a:bodyPr>
            <a:normAutofit/>
          </a:bodyPr>
          <a:lstStyle/>
          <a:p>
            <a:pPr algn="ctr"/>
            <a:r>
              <a:rPr lang="en-US" sz="3600" dirty="0" smtClean="0">
                <a:latin typeface="Garamond" panose="02020404030301010803" pitchFamily="18" charset="0"/>
              </a:rPr>
              <a:t>ACCOUNT MANAGEMENT SYSTEM</a:t>
            </a:r>
            <a:endParaRPr lang="en-US" sz="3600" dirty="0">
              <a:latin typeface="Garamond" panose="02020404030301010803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0" y="5943600"/>
            <a:ext cx="6172200" cy="1371600"/>
          </a:xfrm>
        </p:spPr>
        <p:txBody>
          <a:bodyPr>
            <a:normAutofit/>
          </a:bodyPr>
          <a:lstStyle/>
          <a:p>
            <a:pPr algn="ctr"/>
            <a:r>
              <a:rPr lang="en-US" dirty="0" smtClean="0">
                <a:latin typeface="Garamond" panose="02020404030301010803" pitchFamily="18" charset="0"/>
              </a:rPr>
              <a:t>B. PRIYA HASINI-24KB1A3014</a:t>
            </a:r>
          </a:p>
          <a:p>
            <a:pPr algn="ctr"/>
            <a:r>
              <a:rPr lang="en-US" dirty="0" smtClean="0">
                <a:latin typeface="Garamond" panose="02020404030301010803" pitchFamily="18" charset="0"/>
              </a:rPr>
              <a:t>01/05/2025</a:t>
            </a: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320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>
                <a:latin typeface="Garamond" panose="02020404030301010803" pitchFamily="18" charset="0"/>
              </a:rPr>
              <a:t>INTRODUCTION</a:t>
            </a:r>
            <a:endParaRPr lang="en-US" sz="4000" b="1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Garamond" panose="02020404030301010803" pitchFamily="18" charset="0"/>
              </a:rPr>
              <a:t>PURPOSE: </a:t>
            </a:r>
          </a:p>
          <a:p>
            <a:pPr lvl="1"/>
            <a:r>
              <a:rPr lang="en-US" dirty="0" smtClean="0">
                <a:latin typeface="Garamond" panose="02020404030301010803" pitchFamily="18" charset="0"/>
              </a:rPr>
              <a:t>To Implement a basic yet functional system for creating, managing, and securing user accounts using C programming.</a:t>
            </a:r>
          </a:p>
          <a:p>
            <a:r>
              <a:rPr lang="en-US" dirty="0" smtClean="0">
                <a:latin typeface="Garamond" panose="02020404030301010803" pitchFamily="18" charset="0"/>
              </a:rPr>
              <a:t>SCOPE</a:t>
            </a:r>
            <a:r>
              <a:rPr lang="en-US" b="1" dirty="0" smtClean="0">
                <a:latin typeface="Garamond" panose="02020404030301010803" pitchFamily="18" charset="0"/>
              </a:rPr>
              <a:t>:</a:t>
            </a:r>
          </a:p>
          <a:p>
            <a:pPr lvl="1"/>
            <a:r>
              <a:rPr lang="en-US" b="1" dirty="0">
                <a:latin typeface="Garamond" panose="02020404030301010803" pitchFamily="18" charset="0"/>
              </a:rPr>
              <a:t> </a:t>
            </a:r>
            <a:r>
              <a:rPr lang="en-US" dirty="0">
                <a:latin typeface="Garamond" panose="02020404030301010803" pitchFamily="18" charset="0"/>
              </a:rPr>
              <a:t>The program allows users to create accounts, log in, change passwords, and delete accounts.</a:t>
            </a:r>
          </a:p>
          <a:p>
            <a:pPr lvl="1"/>
            <a:r>
              <a:rPr lang="en-US" dirty="0">
                <a:latin typeface="Garamond" panose="02020404030301010803" pitchFamily="18" charset="0"/>
              </a:rPr>
              <a:t>Admin </a:t>
            </a:r>
            <a:r>
              <a:rPr lang="en-US" dirty="0" err="1">
                <a:latin typeface="Garamond" panose="02020404030301010803" pitchFamily="18" charset="0"/>
              </a:rPr>
              <a:t>Funtionality</a:t>
            </a:r>
            <a:r>
              <a:rPr lang="en-US" dirty="0">
                <a:latin typeface="Garamond" panose="02020404030301010803" pitchFamily="18" charset="0"/>
              </a:rPr>
              <a:t> includes unlocking accounts after multiple failed login attempts</a:t>
            </a:r>
            <a:r>
              <a:rPr lang="en-US" dirty="0" smtClean="0">
                <a:latin typeface="Garamond" panose="02020404030301010803" pitchFamily="18" charset="0"/>
              </a:rPr>
              <a:t>.</a:t>
            </a:r>
            <a:endParaRPr lang="en-US" b="1" dirty="0" smtClean="0">
              <a:latin typeface="Garamond" panose="02020404030301010803" pitchFamily="18" charset="0"/>
            </a:endParaRPr>
          </a:p>
          <a:p>
            <a:r>
              <a:rPr lang="en-US" dirty="0" smtClean="0">
                <a:latin typeface="Garamond" panose="02020404030301010803" pitchFamily="18" charset="0"/>
              </a:rPr>
              <a:t>TECHNOLOGY USED</a:t>
            </a:r>
            <a:r>
              <a:rPr lang="en-US" b="1" dirty="0" smtClean="0">
                <a:latin typeface="Garamond" panose="02020404030301010803" pitchFamily="18" charset="0"/>
              </a:rPr>
              <a:t>:</a:t>
            </a:r>
          </a:p>
          <a:p>
            <a:pPr lvl="1"/>
            <a:r>
              <a:rPr lang="en-US" b="1" dirty="0" smtClean="0">
                <a:latin typeface="Garamond" panose="02020404030301010803" pitchFamily="18" charset="0"/>
              </a:rPr>
              <a:t> </a:t>
            </a:r>
            <a:r>
              <a:rPr lang="en-US" dirty="0" smtClean="0">
                <a:latin typeface="Garamond" panose="02020404030301010803" pitchFamily="18" charset="0"/>
              </a:rPr>
              <a:t>Programming Language: C</a:t>
            </a:r>
          </a:p>
          <a:p>
            <a:pPr lvl="1"/>
            <a:r>
              <a:rPr lang="en-US" dirty="0" smtClean="0">
                <a:latin typeface="Garamond" panose="02020404030301010803" pitchFamily="18" charset="0"/>
              </a:rPr>
              <a:t>Concepts Applied: Arrays, Strings, Structures, Functions, Loops, Conditional statements.</a:t>
            </a:r>
          </a:p>
          <a:p>
            <a:pPr marL="365760" lvl="1" indent="0">
              <a:buNone/>
            </a:pPr>
            <a:endParaRPr lang="en-US" b="1" dirty="0" smtClean="0">
              <a:latin typeface="Garamond" panose="02020404030301010803" pitchFamily="18" charset="0"/>
            </a:endParaRPr>
          </a:p>
          <a:p>
            <a:pPr lvl="1"/>
            <a:endParaRPr lang="en-US" dirty="0" smtClean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083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066800"/>
            <a:ext cx="7467600" cy="4873752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LIMITATIONS AVOIDED:</a:t>
            </a:r>
          </a:p>
          <a:p>
            <a:pPr lvl="1"/>
            <a:r>
              <a:rPr lang="en-US" dirty="0"/>
              <a:t>The program does not use pointers, file handling, or </a:t>
            </a:r>
            <a:r>
              <a:rPr lang="en-US" dirty="0" err="1"/>
              <a:t>Conio.h</a:t>
            </a:r>
            <a:r>
              <a:rPr lang="en-US" dirty="0"/>
              <a:t>, making it suitable for beginner-level C Learners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SECURITY FEATURES:</a:t>
            </a:r>
          </a:p>
          <a:p>
            <a:pPr lvl="1"/>
            <a:r>
              <a:rPr lang="en-US" dirty="0" smtClean="0"/>
              <a:t>Password protection for each account.</a:t>
            </a:r>
          </a:p>
          <a:p>
            <a:pPr lvl="1"/>
            <a:r>
              <a:rPr lang="en-US" dirty="0" smtClean="0"/>
              <a:t>Account lock after 3 failed login attempts.</a:t>
            </a:r>
          </a:p>
          <a:p>
            <a:pPr lvl="1"/>
            <a:r>
              <a:rPr lang="en-US" dirty="0" smtClean="0"/>
              <a:t>Manual account unlock by an admin.</a:t>
            </a:r>
          </a:p>
          <a:p>
            <a:r>
              <a:rPr lang="en-US" dirty="0" smtClean="0"/>
              <a:t>USER INTERACTION:</a:t>
            </a:r>
          </a:p>
          <a:p>
            <a:pPr lvl="1"/>
            <a:r>
              <a:rPr lang="en-US" dirty="0" smtClean="0"/>
              <a:t>Menu-driven interface that operates in a loop until the user chooses to exit.</a:t>
            </a:r>
          </a:p>
          <a:p>
            <a:r>
              <a:rPr lang="en-US" dirty="0" smtClean="0"/>
              <a:t>EDUCATIONAL VALUE:</a:t>
            </a:r>
          </a:p>
          <a:p>
            <a:pPr lvl="1"/>
            <a:r>
              <a:rPr lang="en-US" dirty="0" smtClean="0"/>
              <a:t>Helps understand real-world applications of Structures, Conditionals, loops, and string operations in C.</a:t>
            </a:r>
          </a:p>
        </p:txBody>
      </p:sp>
    </p:spTree>
    <p:extLst>
      <p:ext uri="{BB962C8B-B14F-4D97-AF65-F5344CB8AC3E}">
        <p14:creationId xmlns:p14="http://schemas.microsoft.com/office/powerpoint/2010/main" val="3377218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7467600" cy="1143000"/>
          </a:xfrm>
        </p:spPr>
        <p:txBody>
          <a:bodyPr/>
          <a:lstStyle/>
          <a:p>
            <a:r>
              <a:rPr lang="en-US" sz="4000" b="1" dirty="0" smtClean="0">
                <a:latin typeface="Garamond" panose="02020404030301010803" pitchFamily="18" charset="0"/>
              </a:rPr>
              <a:t>OBJECTIVES</a:t>
            </a:r>
            <a:endParaRPr lang="en-US" sz="4000" b="1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0" y="1828800"/>
            <a:ext cx="7467600" cy="388315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To implement a Secure and Simple user Authentication System.</a:t>
            </a:r>
          </a:p>
          <a:p>
            <a:r>
              <a:rPr lang="en-US" dirty="0" smtClean="0"/>
              <a:t>To Apply C programming concepts to a real-world application.</a:t>
            </a:r>
          </a:p>
          <a:p>
            <a:r>
              <a:rPr lang="en-US" dirty="0" smtClean="0"/>
              <a:t>To simulate features like login attempt tracking and account locking.</a:t>
            </a:r>
          </a:p>
          <a:p>
            <a:r>
              <a:rPr lang="en-US" dirty="0" smtClean="0"/>
              <a:t>To simulate real-world account handling such as login Authentication, account locking after failed attempts, and password management in a simple C environment.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28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4400" b="1" dirty="0" smtClean="0">
                <a:latin typeface="Garamond" panose="02020404030301010803" pitchFamily="18" charset="0"/>
              </a:rPr>
              <a:t>Features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2000" y="1143000"/>
            <a:ext cx="7467600" cy="54864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ACCOUNT CREATION: </a:t>
            </a:r>
          </a:p>
          <a:p>
            <a:pPr lvl="1"/>
            <a:r>
              <a:rPr lang="en-US" dirty="0" smtClean="0"/>
              <a:t>Users </a:t>
            </a:r>
            <a:r>
              <a:rPr lang="en-US" dirty="0"/>
              <a:t>can create a new account by entering a unique User ID and Password</a:t>
            </a:r>
            <a:r>
              <a:rPr lang="en-US" dirty="0" smtClean="0"/>
              <a:t>.</a:t>
            </a:r>
          </a:p>
          <a:p>
            <a:r>
              <a:rPr lang="en-US" dirty="0" smtClean="0"/>
              <a:t>LOGIN:</a:t>
            </a:r>
          </a:p>
          <a:p>
            <a:pPr lvl="1"/>
            <a:r>
              <a:rPr lang="en-US" dirty="0" smtClean="0"/>
              <a:t>Users must enter the correct credentials. If the password is entered incorrectly three times, the account gets locked.</a:t>
            </a:r>
          </a:p>
          <a:p>
            <a:r>
              <a:rPr lang="en-US" dirty="0" smtClean="0"/>
              <a:t>CHANGE PASSWORD:</a:t>
            </a:r>
          </a:p>
          <a:p>
            <a:pPr lvl="1"/>
            <a:r>
              <a:rPr lang="en-US" dirty="0" smtClean="0"/>
              <a:t>After logging in, users are optionally allowed to update their password.</a:t>
            </a:r>
          </a:p>
          <a:p>
            <a:r>
              <a:rPr lang="en-US" dirty="0" smtClean="0"/>
              <a:t>DELETE ACCOUNT:</a:t>
            </a:r>
          </a:p>
          <a:p>
            <a:pPr lvl="1"/>
            <a:r>
              <a:rPr lang="en-US" dirty="0"/>
              <a:t>A user can delete their account by providing valid credentials</a:t>
            </a:r>
            <a:r>
              <a:rPr lang="en-US" dirty="0" smtClean="0"/>
              <a:t>.</a:t>
            </a:r>
          </a:p>
          <a:p>
            <a:r>
              <a:rPr lang="en-US" dirty="0"/>
              <a:t>ACCOUNT LOCK AND UNLOCK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The account is automatically locked after 3 failed login attempts. </a:t>
            </a:r>
            <a:r>
              <a:rPr lang="en-US" dirty="0"/>
              <a:t>T</a:t>
            </a:r>
            <a:r>
              <a:rPr lang="en-US" dirty="0" smtClean="0"/>
              <a:t>he admin(user running the system)can unlock it.</a:t>
            </a:r>
            <a:endParaRPr lang="en-US" dirty="0"/>
          </a:p>
          <a:p>
            <a:r>
              <a:rPr lang="en-US" dirty="0"/>
              <a:t>DISPLAY ACCOUNTS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The system can display all user accounts with their current status(Active/Locked).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3578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7467600" cy="609600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latin typeface="Garamond" panose="02020404030301010803" pitchFamily="18" charset="0"/>
              </a:rPr>
              <a:t>TECHNICAL DETAILS</a:t>
            </a:r>
            <a:endParaRPr lang="en-US" sz="4000" b="1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762000"/>
            <a:ext cx="7467600" cy="5711952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Garamond" panose="02020404030301010803" pitchFamily="18" charset="0"/>
              </a:rPr>
              <a:t>PROGRAMMING LANGUAGE</a:t>
            </a:r>
            <a:r>
              <a:rPr lang="en-US" dirty="0" smtClean="0"/>
              <a:t>: C</a:t>
            </a:r>
          </a:p>
          <a:p>
            <a:r>
              <a:rPr lang="en-US" dirty="0" smtClean="0">
                <a:latin typeface="Garamond" panose="02020404030301010803" pitchFamily="18" charset="0"/>
              </a:rPr>
              <a:t>DATA STORAGE</a:t>
            </a:r>
            <a:r>
              <a:rPr lang="en-US" dirty="0" smtClean="0"/>
              <a:t>: </a:t>
            </a:r>
            <a:r>
              <a:rPr lang="en-US" dirty="0" smtClean="0">
                <a:latin typeface="Garamond" panose="02020404030301010803" pitchFamily="18" charset="0"/>
              </a:rPr>
              <a:t>Static array of Structures (Max 10 accounts).</a:t>
            </a:r>
          </a:p>
          <a:p>
            <a:r>
              <a:rPr lang="en-US" dirty="0" smtClean="0">
                <a:latin typeface="Garamond" panose="02020404030301010803" pitchFamily="18" charset="0"/>
              </a:rPr>
              <a:t>STURCTURE USED: </a:t>
            </a:r>
          </a:p>
          <a:p>
            <a:pPr lvl="2"/>
            <a:endParaRPr lang="en-US" dirty="0" smtClean="0">
              <a:latin typeface="Garamond" panose="02020404030301010803" pitchFamily="18" charset="0"/>
            </a:endParaRP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FUNCTIONS IMPLEMENTED:</a:t>
            </a:r>
          </a:p>
          <a:p>
            <a:pPr lvl="1"/>
            <a:r>
              <a:rPr lang="en-US" dirty="0" smtClean="0"/>
              <a:t>Create()—Adds a new user</a:t>
            </a:r>
          </a:p>
          <a:p>
            <a:pPr lvl="1"/>
            <a:r>
              <a:rPr lang="en-US" dirty="0" smtClean="0"/>
              <a:t>Login()—Authenticates user, tracks attempts</a:t>
            </a:r>
          </a:p>
          <a:p>
            <a:pPr lvl="1"/>
            <a:r>
              <a:rPr lang="en-US" dirty="0" err="1" smtClean="0"/>
              <a:t>ChangePass</a:t>
            </a:r>
            <a:r>
              <a:rPr lang="en-US" dirty="0" smtClean="0"/>
              <a:t>()—Updates Password</a:t>
            </a:r>
          </a:p>
          <a:p>
            <a:pPr lvl="1"/>
            <a:r>
              <a:rPr lang="en-US" dirty="0" err="1" smtClean="0"/>
              <a:t>Deletee</a:t>
            </a:r>
            <a:r>
              <a:rPr lang="en-US" dirty="0" smtClean="0"/>
              <a:t>()—Removes user after validation</a:t>
            </a:r>
          </a:p>
          <a:p>
            <a:pPr lvl="1"/>
            <a:r>
              <a:rPr lang="en-US" dirty="0" smtClean="0"/>
              <a:t>Display()—Lists accounts and their status</a:t>
            </a:r>
          </a:p>
          <a:p>
            <a:pPr lvl="1"/>
            <a:r>
              <a:rPr lang="en-US" dirty="0" err="1"/>
              <a:t>U</a:t>
            </a:r>
            <a:r>
              <a:rPr lang="en-US" dirty="0" err="1" smtClean="0"/>
              <a:t>nlockAcct</a:t>
            </a:r>
            <a:r>
              <a:rPr lang="en-US" dirty="0" smtClean="0"/>
              <a:t>()—Unlocks locked accounts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1" y="2362201"/>
            <a:ext cx="3276600" cy="129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49777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7467600" cy="1325562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latin typeface="Garamond" panose="02020404030301010803" pitchFamily="18" charset="0"/>
              </a:rPr>
              <a:t>Source code</a:t>
            </a:r>
            <a:endParaRPr lang="en-US" sz="4000" b="1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2514600"/>
            <a:ext cx="8839199" cy="334975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https</a:t>
            </a:r>
            <a:r>
              <a:rPr lang="en-US" dirty="0"/>
              <a:t>://github.com/Priyahasini1107/User-Management.git</a:t>
            </a:r>
          </a:p>
        </p:txBody>
      </p:sp>
    </p:spTree>
    <p:extLst>
      <p:ext uri="{BB962C8B-B14F-4D97-AF65-F5344CB8AC3E}">
        <p14:creationId xmlns:p14="http://schemas.microsoft.com/office/powerpoint/2010/main" val="3918464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>
            <a:normAutofit fontScale="90000"/>
          </a:bodyPr>
          <a:lstStyle/>
          <a:p>
            <a:r>
              <a:rPr lang="en-US" sz="4000" b="1" dirty="0" smtClean="0">
                <a:latin typeface="Garamond" panose="02020404030301010803" pitchFamily="18" charset="0"/>
              </a:rPr>
              <a:t>Sample output</a:t>
            </a:r>
            <a:endParaRPr lang="en-US" sz="4000" b="1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43" y="914400"/>
            <a:ext cx="3801557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914400"/>
            <a:ext cx="3819525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591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57200"/>
            <a:ext cx="3781425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457200"/>
            <a:ext cx="3886199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8102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6019800"/>
            <a:ext cx="7620000" cy="609600"/>
          </a:xfrm>
        </p:spPr>
        <p:txBody>
          <a:bodyPr>
            <a:normAutofit/>
          </a:bodyPr>
          <a:lstStyle/>
          <a:p>
            <a:r>
              <a:rPr lang="en-US" dirty="0" smtClean="0"/>
              <a:t>The Journey of the code goes on…..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838200"/>
            <a:ext cx="7696200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1723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latin typeface="Garamond" panose="02020404030301010803" pitchFamily="18" charset="0"/>
              </a:rPr>
              <a:t>LIMITATIONS</a:t>
            </a:r>
            <a:endParaRPr lang="en-US" sz="4000" b="1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 smtClean="0">
                <a:latin typeface="Garamond" panose="02020404030301010803" pitchFamily="18" charset="0"/>
              </a:rPr>
              <a:t>No File storage(all data lot on program exit).</a:t>
            </a:r>
          </a:p>
          <a:p>
            <a:r>
              <a:rPr lang="en-US" sz="3000" dirty="0" smtClean="0">
                <a:latin typeface="Garamond" panose="02020404030301010803" pitchFamily="18" charset="0"/>
              </a:rPr>
              <a:t>Passwords visible during entry(not masked).</a:t>
            </a:r>
          </a:p>
          <a:p>
            <a:r>
              <a:rPr lang="en-US" sz="3000" dirty="0" smtClean="0">
                <a:latin typeface="Garamond" panose="02020404030301010803" pitchFamily="18" charset="0"/>
              </a:rPr>
              <a:t>No Password recovery feature.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sz="4000" b="1" dirty="0" smtClean="0">
                <a:latin typeface="Garamond" panose="02020404030301010803" pitchFamily="18" charset="0"/>
              </a:rPr>
              <a:t>FUTURE ENHANCEMENTS</a:t>
            </a:r>
            <a:endParaRPr lang="en-US" sz="4000" dirty="0"/>
          </a:p>
          <a:p>
            <a:r>
              <a:rPr lang="en-US" sz="3300" dirty="0">
                <a:latin typeface="Garamond" panose="02020404030301010803" pitchFamily="18" charset="0"/>
              </a:rPr>
              <a:t>Use of </a:t>
            </a:r>
            <a:r>
              <a:rPr lang="en-US" sz="3300" dirty="0" err="1">
                <a:latin typeface="Garamond" panose="02020404030301010803" pitchFamily="18" charset="0"/>
              </a:rPr>
              <a:t>time.h</a:t>
            </a:r>
            <a:r>
              <a:rPr lang="en-US" sz="3300" dirty="0">
                <a:latin typeface="Garamond" panose="02020404030301010803" pitchFamily="18" charset="0"/>
              </a:rPr>
              <a:t> to log account creation time.</a:t>
            </a:r>
          </a:p>
          <a:p>
            <a:r>
              <a:rPr lang="en-US" sz="3300" dirty="0">
                <a:latin typeface="Garamond" panose="02020404030301010803" pitchFamily="18" charset="0"/>
              </a:rPr>
              <a:t>Password input using asterisks without </a:t>
            </a:r>
            <a:r>
              <a:rPr lang="en-US" sz="3300" dirty="0" err="1">
                <a:latin typeface="Garamond" panose="02020404030301010803" pitchFamily="18" charset="0"/>
              </a:rPr>
              <a:t>conio.h</a:t>
            </a:r>
            <a:r>
              <a:rPr lang="en-US" sz="3300" dirty="0">
                <a:latin typeface="Garamond" panose="02020404030301010803" pitchFamily="18" charset="0"/>
              </a:rPr>
              <a:t>.</a:t>
            </a:r>
          </a:p>
          <a:p>
            <a:r>
              <a:rPr lang="en-US" sz="3300" dirty="0">
                <a:latin typeface="Garamond" panose="02020404030301010803" pitchFamily="18" charset="0"/>
              </a:rPr>
              <a:t>Storing data in a file for persistence.</a:t>
            </a:r>
          </a:p>
          <a:p>
            <a:r>
              <a:rPr lang="en-US" sz="3300" dirty="0">
                <a:latin typeface="Garamond" panose="02020404030301010803" pitchFamily="18" charset="0"/>
              </a:rPr>
              <a:t>Admin login for more security.</a:t>
            </a:r>
          </a:p>
          <a:p>
            <a:pPr marL="0" indent="0">
              <a:buNone/>
            </a:pPr>
            <a:endParaRPr lang="en-US" sz="4000" b="1" dirty="0" smtClean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85596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>
                <a:latin typeface="Garamond" panose="02020404030301010803" pitchFamily="18" charset="0"/>
              </a:rPr>
              <a:t>conclusion</a:t>
            </a:r>
            <a:endParaRPr lang="en-US" sz="4000" b="1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Successfully implemented a basic account management system using core C concepts.</a:t>
            </a:r>
          </a:p>
          <a:p>
            <a:r>
              <a:rPr lang="en-US" dirty="0" smtClean="0"/>
              <a:t>Demonstrated secure login by incorporating password verification and lockout after failed attempts.</a:t>
            </a:r>
          </a:p>
          <a:p>
            <a:r>
              <a:rPr lang="en-US" dirty="0" smtClean="0"/>
              <a:t>Improved user safety through manual unlocking and password change options.</a:t>
            </a:r>
          </a:p>
          <a:p>
            <a:r>
              <a:rPr lang="en-US" dirty="0" smtClean="0"/>
              <a:t>Provided </a:t>
            </a:r>
            <a:r>
              <a:rPr lang="en-US" dirty="0" err="1" smtClean="0"/>
              <a:t>pratical</a:t>
            </a:r>
            <a:r>
              <a:rPr lang="en-US" dirty="0" smtClean="0"/>
              <a:t> experience with arrays, strings, structures, and conditional in real-world scenarios.</a:t>
            </a:r>
          </a:p>
          <a:p>
            <a:r>
              <a:rPr lang="en-US" dirty="0" smtClean="0"/>
              <a:t>User-Friendly interface ensures ease of use and understanding for new programmers.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920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C:\Users\DELL\Downloads\Download free psd _ image of Psd dry flower off white background design space by Nunny about background, border, paper, plant, and design 246660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589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877291" y="2362200"/>
            <a:ext cx="5562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 smtClean="0">
                <a:latin typeface="Garamond" panose="02020404030301010803" pitchFamily="18" charset="0"/>
              </a:rPr>
              <a:t>ANY QUERIES OR SUGGESTIONS??</a:t>
            </a:r>
            <a:endParaRPr lang="en-US" sz="48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562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 descr="C:\Users\DELL\Downloads\df6dd106-cd75-4010-b6a5-edf8d0c1c38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914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Thatch">
      <a:dk1>
        <a:sysClr val="windowText" lastClr="000000"/>
      </a:dk1>
      <a:lt1>
        <a:sysClr val="window" lastClr="FFFFFF"/>
      </a:lt1>
      <a:dk2>
        <a:srgbClr val="1D3641"/>
      </a:dk2>
      <a:lt2>
        <a:srgbClr val="DFE6D0"/>
      </a:lt2>
      <a:accent1>
        <a:srgbClr val="759AA5"/>
      </a:accent1>
      <a:accent2>
        <a:srgbClr val="CFC60D"/>
      </a:accent2>
      <a:accent3>
        <a:srgbClr val="99987F"/>
      </a:accent3>
      <a:accent4>
        <a:srgbClr val="90AC97"/>
      </a:accent4>
      <a:accent5>
        <a:srgbClr val="FFAD1C"/>
      </a:accent5>
      <a:accent6>
        <a:srgbClr val="B9AB6F"/>
      </a:accent6>
      <a:hlink>
        <a:srgbClr val="66AACD"/>
      </a:hlink>
      <a:folHlink>
        <a:srgbClr val="809DB3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258</TotalTime>
  <Words>536</Words>
  <Application>Microsoft Office PowerPoint</Application>
  <PresentationFormat>On-screen Show (4:3)</PresentationFormat>
  <Paragraphs>78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Oriel</vt:lpstr>
      <vt:lpstr>ACCOUNT MANAGEMENT SYSTEM</vt:lpstr>
      <vt:lpstr>INTRODUCTION</vt:lpstr>
      <vt:lpstr>PowerPoint Presentation</vt:lpstr>
      <vt:lpstr>OBJECTIVES</vt:lpstr>
      <vt:lpstr>                      Features </vt:lpstr>
      <vt:lpstr>TECHNICAL DETAILS</vt:lpstr>
      <vt:lpstr>Source code</vt:lpstr>
      <vt:lpstr>Sample output</vt:lpstr>
      <vt:lpstr>PowerPoint Presentation</vt:lpstr>
      <vt:lpstr>PowerPoint Presentation</vt:lpstr>
      <vt:lpstr>LIMITATIONS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18</cp:revision>
  <dcterms:created xsi:type="dcterms:W3CDTF">2025-04-30T15:04:11Z</dcterms:created>
  <dcterms:modified xsi:type="dcterms:W3CDTF">2025-05-01T16:42:02Z</dcterms:modified>
</cp:coreProperties>
</file>